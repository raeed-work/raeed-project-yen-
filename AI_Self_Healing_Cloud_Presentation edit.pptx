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99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618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Self-Healing Cloud for Retail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Background &amp;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/>
              <a:t> Retail industry relies heavily on complex Point-of-Sale (POS) systems.</a:t>
            </a:r>
          </a:p>
          <a:p>
            <a:r>
              <a:rPr dirty="0"/>
              <a:t> Software failures (memory leaks, crashes) cause immediate financial losses and queue stagnation.</a:t>
            </a:r>
          </a:p>
          <a:p>
            <a:r>
              <a:rPr dirty="0"/>
              <a:t> Modern checkout terminals are interconnected but inherently fragile.</a:t>
            </a:r>
          </a:p>
          <a:p>
            <a:r>
              <a:rPr dirty="0"/>
              <a:t> Manual intervention introduces significant human latency.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/>
              <a:t>Current recovery processes are entirely reactive.</a:t>
            </a:r>
          </a:p>
          <a:p>
            <a:r>
              <a:rPr dirty="0"/>
              <a:t>Cashier notices freeze -&gt; Alerts Manager -&gt; Manual Reboot or IT Ticket.</a:t>
            </a:r>
          </a:p>
          <a:p>
            <a:r>
              <a:rPr dirty="0"/>
              <a:t>High Mean Time To Recovery (MTTR) causes direct revenue leakage.</a:t>
            </a:r>
          </a:p>
          <a:p>
            <a:r>
              <a:rPr dirty="0"/>
              <a:t>Standalone edge kiosks lack enterprise-level orchestration (like Kubernetes) due to hardware constraints.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Solution &amp; Aim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An autonomous Service Reliability Engineering (SRE) Python daemon.</a:t>
            </a:r>
          </a:p>
          <a:p>
            <a:r>
              <a:rPr dirty="0"/>
              <a:t>Invisible background monitoring of POS executables with &lt;1% CPU footprint.</a:t>
            </a:r>
          </a:p>
          <a:p>
            <a:r>
              <a:rPr dirty="0"/>
              <a:t>Instant, deterministic, automated sub-process recovery.</a:t>
            </a:r>
          </a:p>
          <a:p>
            <a:r>
              <a:rPr dirty="0"/>
              <a:t>Real-time telemetry dashboard for remote monitoring with zero API polling latency.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/>
              <a:t>• </a:t>
            </a:r>
            <a:r>
              <a:rPr dirty="0"/>
              <a:t>Backend Logic: Python 3.x</a:t>
            </a:r>
          </a:p>
          <a:p>
            <a:r>
              <a:rPr lang="en-IN" dirty="0"/>
              <a:t>• </a:t>
            </a:r>
            <a:r>
              <a:rPr dirty="0"/>
              <a:t>OS Interfacing: </a:t>
            </a:r>
            <a:r>
              <a:rPr dirty="0" err="1"/>
              <a:t>psutil</a:t>
            </a:r>
            <a:r>
              <a:rPr dirty="0"/>
              <a:t>, subprocess</a:t>
            </a:r>
          </a:p>
          <a:p>
            <a:r>
              <a:rPr lang="en-IN" dirty="0"/>
              <a:t>• </a:t>
            </a:r>
            <a:r>
              <a:rPr dirty="0"/>
              <a:t>Database: SQLite3 (ACID-compliant persistent ledger)</a:t>
            </a:r>
          </a:p>
          <a:p>
            <a:r>
              <a:rPr lang="en-IN" dirty="0"/>
              <a:t>• </a:t>
            </a:r>
            <a:r>
              <a:rPr dirty="0"/>
              <a:t>Automation &amp; Emulation: </a:t>
            </a:r>
            <a:r>
              <a:rPr dirty="0" err="1"/>
              <a:t>pyautogui</a:t>
            </a:r>
            <a:r>
              <a:rPr dirty="0"/>
              <a:t>, </a:t>
            </a:r>
            <a:r>
              <a:rPr dirty="0" err="1"/>
              <a:t>pygetwindow</a:t>
            </a:r>
            <a:endParaRPr dirty="0"/>
          </a:p>
          <a:p>
            <a:r>
              <a:rPr lang="en-IN" dirty="0"/>
              <a:t>• </a:t>
            </a:r>
            <a:r>
              <a:rPr dirty="0"/>
              <a:t>Web Server &amp; Telemetry: Flask, Flask-</a:t>
            </a:r>
            <a:r>
              <a:rPr dirty="0" err="1"/>
              <a:t>SocketIO</a:t>
            </a:r>
            <a:r>
              <a:rPr dirty="0"/>
              <a:t> (</a:t>
            </a:r>
            <a:r>
              <a:rPr dirty="0" err="1"/>
              <a:t>WebSockets</a:t>
            </a:r>
            <a:r>
              <a:rPr dirty="0"/>
              <a:t>)</a:t>
            </a:r>
          </a:p>
          <a:p>
            <a:r>
              <a:rPr lang="en-IN" dirty="0"/>
              <a:t>• </a:t>
            </a:r>
            <a:r>
              <a:rPr dirty="0"/>
              <a:t>Frontend Dashboard: HTML5, CSS3, Chart.js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/>
              <a:t>Asynchronous Multi-Threaded Structure.</a:t>
            </a:r>
          </a:p>
          <a:p>
            <a:r>
              <a:rPr dirty="0"/>
              <a:t>Primary Thread: Handles Flask WSGI Server and WebSocket routing.</a:t>
            </a:r>
          </a:p>
          <a:p>
            <a:r>
              <a:rPr dirty="0"/>
              <a:t>Daemon Thread: Polls OS Kernel for active PIDs and handles self-healing.</a:t>
            </a:r>
          </a:p>
          <a:p>
            <a:r>
              <a:rPr dirty="0"/>
              <a:t>RPA Engine: Synthesizes transactions &amp; emulates hardware input.</a:t>
            </a:r>
          </a:p>
          <a:p>
            <a:r>
              <a:rPr dirty="0"/>
              <a:t>Local SQLite Database: Permanent edge storage for immutable transaction logs.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/>
              <a:t>Strict execution isolation (daemon runs separate from POS to prevent cascading failures).</a:t>
            </a:r>
          </a:p>
          <a:p>
            <a:r>
              <a:rPr dirty="0"/>
              <a:t>Event-driven </a:t>
            </a:r>
            <a:r>
              <a:rPr dirty="0" err="1"/>
              <a:t>WebSockets</a:t>
            </a:r>
            <a:r>
              <a:rPr dirty="0"/>
              <a:t> eliminate heavy HTTP header bloat.</a:t>
            </a:r>
          </a:p>
          <a:p>
            <a:r>
              <a:rPr dirty="0"/>
              <a:t>Memory-optimized using generator expressions for kernel scanning.</a:t>
            </a:r>
          </a:p>
          <a:p>
            <a:r>
              <a:rPr dirty="0"/>
              <a:t>Exception failsafe mechanisms to handle OS-level window focus rejection.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 &amp;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/>
              <a:t>Chaos Engineering: Manual termination of POS via Task Manager.</a:t>
            </a:r>
          </a:p>
          <a:p>
            <a:r>
              <a:rPr dirty="0"/>
              <a:t>Result: Recovery achieved within an average MTTR of 500 milliseconds.</a:t>
            </a:r>
          </a:p>
          <a:p>
            <a:r>
              <a:rPr dirty="0"/>
              <a:t>Database durability load tested with concurrent writes (0 lock errors).</a:t>
            </a:r>
          </a:p>
          <a:p>
            <a:r>
              <a:rPr dirty="0"/>
              <a:t>Sub-100ms dashboard synchronization achieved with continuous array garbage collection.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/>
              <a:t>Successfully downscales enterprise-grade SRE principles to localized edge hardware.</a:t>
            </a:r>
          </a:p>
          <a:p>
            <a:r>
              <a:rPr dirty="0"/>
              <a:t>Drastically reduces MTTR from minutes to milliseconds.</a:t>
            </a:r>
          </a:p>
          <a:p>
            <a:r>
              <a:rPr dirty="0"/>
              <a:t>Safeguards financial throughput and prevents queue stagnation.</a:t>
            </a:r>
          </a:p>
          <a:p>
            <a:r>
              <a:rPr dirty="0"/>
              <a:t>Provides highly scalable, fault-tolerant infrastructure model for decentralized point-of-sale management.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Further Development &amp; Research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/>
              <a:t>Predictive Self-Healing: Integrating ML models (Random Forest/LSTM) to predict crashes based on thermal/memory trends.</a:t>
            </a:r>
          </a:p>
          <a:p>
            <a:r>
              <a:rPr dirty="0"/>
              <a:t>Distributed Fleet Management: Containerization via Docker and K3s for mass scaling.</a:t>
            </a:r>
          </a:p>
          <a:p>
            <a:r>
              <a:rPr dirty="0"/>
              <a:t>Outbound Alerting: Integration with external systems (Twilio SMS, Slack Webhooks) for critical IT team notifications.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Questions &amp; Answers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456</Words>
  <Application>Microsoft Office PowerPoint</Application>
  <PresentationFormat>On-screen Show (4:3)</PresentationFormat>
  <Paragraphs>50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AI Self-Healing Cloud for Retail</vt:lpstr>
      <vt:lpstr>Background &amp; Introduction</vt:lpstr>
      <vt:lpstr>Problem Statement</vt:lpstr>
      <vt:lpstr>Proposed Solution &amp; Aim</vt:lpstr>
      <vt:lpstr>Technology Stack</vt:lpstr>
      <vt:lpstr>System Architecture</vt:lpstr>
      <vt:lpstr>Implementation Highlights</vt:lpstr>
      <vt:lpstr>Testing &amp; Evaluation</vt:lpstr>
      <vt:lpstr>Conclusion</vt:lpstr>
      <vt:lpstr>Further Development &amp; Research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USER</dc:creator>
  <cp:keywords/>
  <dc:description>generated using python-pptx</dc:description>
  <cp:lastModifiedBy>mohammed raeed</cp:lastModifiedBy>
  <cp:revision>2</cp:revision>
  <dcterms:created xsi:type="dcterms:W3CDTF">2013-01-27T09:14:16Z</dcterms:created>
  <dcterms:modified xsi:type="dcterms:W3CDTF">2026-04-27T14:27:15Z</dcterms:modified>
  <cp:category/>
</cp:coreProperties>
</file>